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Spark PPTX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Spark DataFrame has schema information. Catalyst can optimize Spark SQL queries.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RAG Chunk Metadata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54864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548640">
                <a:tc>
                  <a:txBody>
                    <a:bodyPr/>
                    <a:lstStyle/>
                    <a:p>
                      <a:r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Meaning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kb_id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Knowledge base filter for retrieval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